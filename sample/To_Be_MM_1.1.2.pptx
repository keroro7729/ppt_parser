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7"/>
  </p:notesMasterIdLst>
  <p:sldIdLst>
    <p:sldId id="257" r:id="rId2"/>
    <p:sldId id="258" r:id="rId3"/>
    <p:sldId id="260" r:id="rId4"/>
    <p:sldId id="264" r:id="rId5"/>
    <p:sldId id="262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97" autoAdjust="0"/>
    <p:restoredTop sz="94660"/>
  </p:normalViewPr>
  <p:slideViewPr>
    <p:cSldViewPr>
      <p:cViewPr varScale="1">
        <p:scale>
          <a:sx n="108" d="100"/>
          <a:sy n="108" d="100"/>
        </p:scale>
        <p:origin x="1734" y="108"/>
      </p:cViewPr>
      <p:guideLst>
        <p:guide orient="horz" pos="229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6ACB0-6E7B-41D4-812C-5CBA8C54DD89}" type="datetimeFigureOut">
              <a:rPr lang="ko-KR" altLang="en-US" smtClean="0"/>
              <a:pPr/>
              <a:t>2023-04-03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59F-73D4-44E0-AB71-60405280746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931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A866107-E5CD-4BB1-A62F-1EE71F445F28}" type="datetime1">
              <a:rPr lang="ko-KR" altLang="en-US"/>
              <a:pPr/>
              <a:t>2023-04-03</a:t>
            </a:fld>
            <a:endParaRPr lang="en-GB" altLang="ko-KR" dirty="0"/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A44A68-AC25-4059-A186-EC696D926836}" type="slidenum">
              <a:rPr lang="ko-KR" altLang="en-GB"/>
              <a:pPr/>
              <a:t>2</a:t>
            </a:fld>
            <a:endParaRPr lang="en-GB" altLang="ko-KR" dirty="0"/>
          </a:p>
        </p:txBody>
      </p:sp>
      <p:sp>
        <p:nvSpPr>
          <p:cNvPr id="10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59F-73D4-44E0-AB71-60405280746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645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3" y="1663050"/>
            <a:ext cx="8420100" cy="1846916"/>
          </a:xfrm>
          <a:prstGeom prst="rect">
            <a:avLst/>
          </a:prstGeom>
        </p:spPr>
        <p:txBody>
          <a:bodyPr anchor="b"/>
          <a:lstStyle>
            <a:lvl1pPr algn="ctr">
              <a:defRPr sz="60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1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40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CF218C0D-1510-4CDA-839D-67EB557A31A4}" type="datetimeFigureOut">
              <a:rPr lang="ko-KR" altLang="en-US" smtClean="0"/>
              <a:t>2023-04-03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5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D94CF9C4-50A8-46CF-8A7B-D76651C40F3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02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925" y="908050"/>
            <a:ext cx="4510088" cy="72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78413" y="908050"/>
            <a:ext cx="4511675" cy="72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97738" y="476250"/>
            <a:ext cx="2292350" cy="1152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15925" y="476250"/>
            <a:ext cx="6729413" cy="1152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5925" y="106363"/>
            <a:ext cx="68754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5925" y="538163"/>
            <a:ext cx="9174163" cy="720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Click to edit Master text styles, Click to edit Master text styles,Click to edit Master text styles.</a:t>
            </a:r>
          </a:p>
          <a:p>
            <a:pPr lvl="1"/>
            <a:r>
              <a:rPr lang="en-GB" altLang="ko-KR"/>
              <a:t>Second level, Click to edit Master text styles</a:t>
            </a:r>
          </a:p>
        </p:txBody>
      </p:sp>
      <p:sp>
        <p:nvSpPr>
          <p:cNvPr id="1162" name="Line 138"/>
          <p:cNvSpPr>
            <a:spLocks noChangeShapeType="1"/>
          </p:cNvSpPr>
          <p:nvPr userDrawn="1"/>
        </p:nvSpPr>
        <p:spPr bwMode="auto">
          <a:xfrm>
            <a:off x="415925" y="484188"/>
            <a:ext cx="91741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</p:spPr>
        <p:txBody>
          <a:bodyPr lIns="63500" tIns="0" rIns="0" bIns="0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63" name="Rectangle 139"/>
          <p:cNvSpPr>
            <a:spLocks noChangeArrowheads="1"/>
          </p:cNvSpPr>
          <p:nvPr userDrawn="1"/>
        </p:nvSpPr>
        <p:spPr bwMode="auto">
          <a:xfrm>
            <a:off x="0" y="427038"/>
            <a:ext cx="128588" cy="409575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63500" tIns="0" rIns="0" bIns="0" anchor="ctr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65" name="Rectangle 141"/>
          <p:cNvSpPr>
            <a:spLocks noChangeArrowheads="1"/>
          </p:cNvSpPr>
          <p:nvPr userDrawn="1"/>
        </p:nvSpPr>
        <p:spPr bwMode="auto">
          <a:xfrm>
            <a:off x="4645025" y="6467475"/>
            <a:ext cx="615950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buSzPct val="90000"/>
              <a:defRPr/>
            </a:pPr>
            <a:fld id="{597C53A1-D595-40ED-A311-3A29428780F8}" type="slidenum">
              <a:rPr lang="ko-KR" altLang="en-US" sz="1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pPr algn="ctr" defTabSz="957263" fontAlgn="base" latinLnBrk="0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t>‹#›</a:t>
            </a:fld>
            <a:endParaRPr lang="en-US" altLang="ko-KR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66" name="Line 142"/>
          <p:cNvSpPr>
            <a:spLocks noChangeShapeType="1"/>
          </p:cNvSpPr>
          <p:nvPr userDrawn="1"/>
        </p:nvSpPr>
        <p:spPr bwMode="auto">
          <a:xfrm>
            <a:off x="165100" y="6403975"/>
            <a:ext cx="9598025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</p:spPr>
        <p:txBody>
          <a:bodyPr lIns="63500" tIns="0" rIns="0" bIns="0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9022702" y="6562595"/>
            <a:ext cx="610249" cy="244399"/>
            <a:chOff x="4196916" y="3972164"/>
            <a:chExt cx="2020685" cy="809267"/>
          </a:xfrm>
        </p:grpSpPr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4196916" y="4422545"/>
              <a:ext cx="243277" cy="352503"/>
            </a:xfrm>
            <a:custGeom>
              <a:avLst/>
              <a:gdLst>
                <a:gd name="T0" fmla="*/ 96 w 155"/>
                <a:gd name="T1" fmla="*/ 88 h 224"/>
                <a:gd name="T2" fmla="*/ 63 w 155"/>
                <a:gd name="T3" fmla="*/ 59 h 224"/>
                <a:gd name="T4" fmla="*/ 89 w 155"/>
                <a:gd name="T5" fmla="*/ 41 h 224"/>
                <a:gd name="T6" fmla="*/ 105 w 155"/>
                <a:gd name="T7" fmla="*/ 42 h 224"/>
                <a:gd name="T8" fmla="*/ 113 w 155"/>
                <a:gd name="T9" fmla="*/ 43 h 224"/>
                <a:gd name="T10" fmla="*/ 141 w 155"/>
                <a:gd name="T11" fmla="*/ 18 h 224"/>
                <a:gd name="T12" fmla="*/ 144 w 155"/>
                <a:gd name="T13" fmla="*/ 11 h 224"/>
                <a:gd name="T14" fmla="*/ 86 w 155"/>
                <a:gd name="T15" fmla="*/ 0 h 224"/>
                <a:gd name="T16" fmla="*/ 11 w 155"/>
                <a:gd name="T17" fmla="*/ 64 h 224"/>
                <a:gd name="T18" fmla="*/ 24 w 155"/>
                <a:gd name="T19" fmla="*/ 103 h 224"/>
                <a:gd name="T20" fmla="*/ 63 w 155"/>
                <a:gd name="T21" fmla="*/ 130 h 224"/>
                <a:gd name="T22" fmla="*/ 102 w 155"/>
                <a:gd name="T23" fmla="*/ 162 h 224"/>
                <a:gd name="T24" fmla="*/ 70 w 155"/>
                <a:gd name="T25" fmla="*/ 183 h 224"/>
                <a:gd name="T26" fmla="*/ 21 w 155"/>
                <a:gd name="T27" fmla="*/ 167 h 224"/>
                <a:gd name="T28" fmla="*/ 0 w 155"/>
                <a:gd name="T29" fmla="*/ 205 h 224"/>
                <a:gd name="T30" fmla="*/ 74 w 155"/>
                <a:gd name="T31" fmla="*/ 224 h 224"/>
                <a:gd name="T32" fmla="*/ 155 w 155"/>
                <a:gd name="T33" fmla="*/ 156 h 224"/>
                <a:gd name="T34" fmla="*/ 96 w 155"/>
                <a:gd name="T35" fmla="*/ 8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5" h="224">
                  <a:moveTo>
                    <a:pt x="96" y="88"/>
                  </a:moveTo>
                  <a:cubicBezTo>
                    <a:pt x="78" y="80"/>
                    <a:pt x="63" y="73"/>
                    <a:pt x="63" y="59"/>
                  </a:cubicBezTo>
                  <a:cubicBezTo>
                    <a:pt x="63" y="48"/>
                    <a:pt x="72" y="41"/>
                    <a:pt x="89" y="41"/>
                  </a:cubicBezTo>
                  <a:cubicBezTo>
                    <a:pt x="95" y="41"/>
                    <a:pt x="100" y="41"/>
                    <a:pt x="105" y="42"/>
                  </a:cubicBezTo>
                  <a:cubicBezTo>
                    <a:pt x="108" y="43"/>
                    <a:pt x="111" y="43"/>
                    <a:pt x="113" y="43"/>
                  </a:cubicBezTo>
                  <a:cubicBezTo>
                    <a:pt x="128" y="43"/>
                    <a:pt x="136" y="34"/>
                    <a:pt x="141" y="18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1" y="10"/>
                    <a:pt x="117" y="0"/>
                    <a:pt x="86" y="0"/>
                  </a:cubicBezTo>
                  <a:cubicBezTo>
                    <a:pt x="37" y="0"/>
                    <a:pt x="11" y="31"/>
                    <a:pt x="11" y="64"/>
                  </a:cubicBezTo>
                  <a:cubicBezTo>
                    <a:pt x="11" y="81"/>
                    <a:pt x="16" y="93"/>
                    <a:pt x="24" y="103"/>
                  </a:cubicBezTo>
                  <a:cubicBezTo>
                    <a:pt x="34" y="115"/>
                    <a:pt x="49" y="123"/>
                    <a:pt x="63" y="130"/>
                  </a:cubicBezTo>
                  <a:cubicBezTo>
                    <a:pt x="84" y="140"/>
                    <a:pt x="102" y="147"/>
                    <a:pt x="102" y="162"/>
                  </a:cubicBezTo>
                  <a:cubicBezTo>
                    <a:pt x="102" y="175"/>
                    <a:pt x="89" y="183"/>
                    <a:pt x="70" y="183"/>
                  </a:cubicBezTo>
                  <a:cubicBezTo>
                    <a:pt x="45" y="183"/>
                    <a:pt x="24" y="168"/>
                    <a:pt x="21" y="167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4" y="207"/>
                    <a:pt x="30" y="224"/>
                    <a:pt x="74" y="224"/>
                  </a:cubicBezTo>
                  <a:cubicBezTo>
                    <a:pt x="120" y="224"/>
                    <a:pt x="155" y="197"/>
                    <a:pt x="155" y="156"/>
                  </a:cubicBezTo>
                  <a:cubicBezTo>
                    <a:pt x="155" y="116"/>
                    <a:pt x="123" y="101"/>
                    <a:pt x="96" y="88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4486295" y="4428928"/>
              <a:ext cx="284414" cy="342573"/>
            </a:xfrm>
            <a:custGeom>
              <a:avLst/>
              <a:gdLst>
                <a:gd name="T0" fmla="*/ 93 w 181"/>
                <a:gd name="T1" fmla="*/ 103 h 218"/>
                <a:gd name="T2" fmla="*/ 177 w 181"/>
                <a:gd name="T3" fmla="*/ 0 h 218"/>
                <a:gd name="T4" fmla="*/ 117 w 181"/>
                <a:gd name="T5" fmla="*/ 0 h 218"/>
                <a:gd name="T6" fmla="*/ 50 w 181"/>
                <a:gd name="T7" fmla="*/ 89 h 218"/>
                <a:gd name="T8" fmla="*/ 49 w 181"/>
                <a:gd name="T9" fmla="*/ 89 h 218"/>
                <a:gd name="T10" fmla="*/ 49 w 181"/>
                <a:gd name="T11" fmla="*/ 0 h 218"/>
                <a:gd name="T12" fmla="*/ 0 w 181"/>
                <a:gd name="T13" fmla="*/ 0 h 218"/>
                <a:gd name="T14" fmla="*/ 0 w 181"/>
                <a:gd name="T15" fmla="*/ 218 h 218"/>
                <a:gd name="T16" fmla="*/ 3 w 181"/>
                <a:gd name="T17" fmla="*/ 218 h 218"/>
                <a:gd name="T18" fmla="*/ 50 w 181"/>
                <a:gd name="T19" fmla="*/ 173 h 218"/>
                <a:gd name="T20" fmla="*/ 50 w 181"/>
                <a:gd name="T21" fmla="*/ 123 h 218"/>
                <a:gd name="T22" fmla="*/ 51 w 181"/>
                <a:gd name="T23" fmla="*/ 123 h 218"/>
                <a:gd name="T24" fmla="*/ 119 w 181"/>
                <a:gd name="T25" fmla="*/ 215 h 218"/>
                <a:gd name="T26" fmla="*/ 181 w 181"/>
                <a:gd name="T27" fmla="*/ 215 h 218"/>
                <a:gd name="T28" fmla="*/ 93 w 181"/>
                <a:gd name="T29" fmla="*/ 10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1" h="218">
                  <a:moveTo>
                    <a:pt x="93" y="103"/>
                  </a:moveTo>
                  <a:cubicBezTo>
                    <a:pt x="177" y="0"/>
                    <a:pt x="177" y="0"/>
                    <a:pt x="177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49" y="89"/>
                    <a:pt x="49" y="89"/>
                    <a:pt x="49" y="89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3" y="218"/>
                    <a:pt x="3" y="218"/>
                    <a:pt x="3" y="218"/>
                  </a:cubicBezTo>
                  <a:cubicBezTo>
                    <a:pt x="24" y="218"/>
                    <a:pt x="50" y="208"/>
                    <a:pt x="50" y="17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119" y="215"/>
                    <a:pt x="119" y="215"/>
                    <a:pt x="119" y="215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4689143" y="4062240"/>
              <a:ext cx="192919" cy="270229"/>
            </a:xfrm>
            <a:custGeom>
              <a:avLst/>
              <a:gdLst>
                <a:gd name="T0" fmla="*/ 51 w 123"/>
                <a:gd name="T1" fmla="*/ 0 h 172"/>
                <a:gd name="T2" fmla="*/ 8 w 123"/>
                <a:gd name="T3" fmla="*/ 47 h 172"/>
                <a:gd name="T4" fmla="*/ 29 w 123"/>
                <a:gd name="T5" fmla="*/ 120 h 172"/>
                <a:gd name="T6" fmla="*/ 0 w 123"/>
                <a:gd name="T7" fmla="*/ 171 h 172"/>
                <a:gd name="T8" fmla="*/ 20 w 123"/>
                <a:gd name="T9" fmla="*/ 171 h 172"/>
                <a:gd name="T10" fmla="*/ 45 w 123"/>
                <a:gd name="T11" fmla="*/ 172 h 172"/>
                <a:gd name="T12" fmla="*/ 123 w 123"/>
                <a:gd name="T13" fmla="*/ 77 h 172"/>
                <a:gd name="T14" fmla="*/ 51 w 123"/>
                <a:gd name="T1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3" h="172">
                  <a:moveTo>
                    <a:pt x="51" y="0"/>
                  </a:moveTo>
                  <a:cubicBezTo>
                    <a:pt x="33" y="3"/>
                    <a:pt x="8" y="19"/>
                    <a:pt x="8" y="47"/>
                  </a:cubicBezTo>
                  <a:cubicBezTo>
                    <a:pt x="8" y="72"/>
                    <a:pt x="29" y="87"/>
                    <a:pt x="29" y="120"/>
                  </a:cubicBezTo>
                  <a:cubicBezTo>
                    <a:pt x="29" y="145"/>
                    <a:pt x="15" y="162"/>
                    <a:pt x="0" y="171"/>
                  </a:cubicBezTo>
                  <a:cubicBezTo>
                    <a:pt x="6" y="171"/>
                    <a:pt x="13" y="171"/>
                    <a:pt x="20" y="171"/>
                  </a:cubicBezTo>
                  <a:cubicBezTo>
                    <a:pt x="35" y="171"/>
                    <a:pt x="44" y="172"/>
                    <a:pt x="45" y="172"/>
                  </a:cubicBezTo>
                  <a:cubicBezTo>
                    <a:pt x="123" y="77"/>
                    <a:pt x="123" y="77"/>
                    <a:pt x="123" y="77"/>
                  </a:cubicBezTo>
                  <a:cubicBezTo>
                    <a:pt x="101" y="44"/>
                    <a:pt x="76" y="19"/>
                    <a:pt x="51" y="0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4816101" y="4183524"/>
              <a:ext cx="317749" cy="284414"/>
            </a:xfrm>
            <a:custGeom>
              <a:avLst/>
              <a:gdLst>
                <a:gd name="T0" fmla="*/ 35 w 202"/>
                <a:gd name="T1" fmla="*/ 181 h 181"/>
                <a:gd name="T2" fmla="*/ 47 w 202"/>
                <a:gd name="T3" fmla="*/ 116 h 181"/>
                <a:gd name="T4" fmla="*/ 84 w 202"/>
                <a:gd name="T5" fmla="*/ 76 h 181"/>
                <a:gd name="T6" fmla="*/ 109 w 202"/>
                <a:gd name="T7" fmla="*/ 77 h 181"/>
                <a:gd name="T8" fmla="*/ 202 w 202"/>
                <a:gd name="T9" fmla="*/ 51 h 181"/>
                <a:gd name="T10" fmla="*/ 42 w 202"/>
                <a:gd name="T11" fmla="*/ 0 h 181"/>
                <a:gd name="T12" fmla="*/ 0 w 202"/>
                <a:gd name="T13" fmla="*/ 116 h 181"/>
                <a:gd name="T14" fmla="*/ 14 w 202"/>
                <a:gd name="T15" fmla="*/ 136 h 181"/>
                <a:gd name="T16" fmla="*/ 35 w 202"/>
                <a:gd name="T17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2" h="181">
                  <a:moveTo>
                    <a:pt x="35" y="181"/>
                  </a:moveTo>
                  <a:cubicBezTo>
                    <a:pt x="45" y="165"/>
                    <a:pt x="46" y="141"/>
                    <a:pt x="47" y="116"/>
                  </a:cubicBezTo>
                  <a:cubicBezTo>
                    <a:pt x="48" y="93"/>
                    <a:pt x="53" y="76"/>
                    <a:pt x="84" y="76"/>
                  </a:cubicBezTo>
                  <a:cubicBezTo>
                    <a:pt x="90" y="76"/>
                    <a:pt x="97" y="77"/>
                    <a:pt x="109" y="77"/>
                  </a:cubicBezTo>
                  <a:cubicBezTo>
                    <a:pt x="154" y="77"/>
                    <a:pt x="183" y="61"/>
                    <a:pt x="202" y="51"/>
                  </a:cubicBezTo>
                  <a:cubicBezTo>
                    <a:pt x="164" y="27"/>
                    <a:pt x="110" y="2"/>
                    <a:pt x="42" y="0"/>
                  </a:cubicBezTo>
                  <a:cubicBezTo>
                    <a:pt x="37" y="12"/>
                    <a:pt x="3" y="108"/>
                    <a:pt x="0" y="116"/>
                  </a:cubicBezTo>
                  <a:cubicBezTo>
                    <a:pt x="0" y="116"/>
                    <a:pt x="7" y="123"/>
                    <a:pt x="14" y="136"/>
                  </a:cubicBezTo>
                  <a:cubicBezTo>
                    <a:pt x="25" y="154"/>
                    <a:pt x="31" y="169"/>
                    <a:pt x="35" y="181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4565022" y="3972164"/>
              <a:ext cx="186536" cy="371653"/>
            </a:xfrm>
            <a:custGeom>
              <a:avLst/>
              <a:gdLst>
                <a:gd name="T0" fmla="*/ 31 w 119"/>
                <a:gd name="T1" fmla="*/ 236 h 236"/>
                <a:gd name="T2" fmla="*/ 24 w 119"/>
                <a:gd name="T3" fmla="*/ 229 h 236"/>
                <a:gd name="T4" fmla="*/ 2 w 119"/>
                <a:gd name="T5" fmla="*/ 20 h 236"/>
                <a:gd name="T6" fmla="*/ 0 w 119"/>
                <a:gd name="T7" fmla="*/ 6 h 236"/>
                <a:gd name="T8" fmla="*/ 6 w 119"/>
                <a:gd name="T9" fmla="*/ 0 h 236"/>
                <a:gd name="T10" fmla="*/ 119 w 119"/>
                <a:gd name="T11" fmla="*/ 49 h 236"/>
                <a:gd name="T12" fmla="*/ 76 w 119"/>
                <a:gd name="T13" fmla="*/ 102 h 236"/>
                <a:gd name="T14" fmla="*/ 97 w 119"/>
                <a:gd name="T15" fmla="*/ 177 h 236"/>
                <a:gd name="T16" fmla="*/ 31 w 119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236">
                  <a:moveTo>
                    <a:pt x="31" y="236"/>
                  </a:moveTo>
                  <a:cubicBezTo>
                    <a:pt x="27" y="236"/>
                    <a:pt x="25" y="234"/>
                    <a:pt x="24" y="229"/>
                  </a:cubicBezTo>
                  <a:cubicBezTo>
                    <a:pt x="24" y="225"/>
                    <a:pt x="4" y="47"/>
                    <a:pt x="2" y="20"/>
                  </a:cubicBezTo>
                  <a:cubicBezTo>
                    <a:pt x="1" y="16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5" y="0"/>
                    <a:pt x="65" y="12"/>
                    <a:pt x="119" y="49"/>
                  </a:cubicBezTo>
                  <a:cubicBezTo>
                    <a:pt x="103" y="53"/>
                    <a:pt x="76" y="69"/>
                    <a:pt x="76" y="102"/>
                  </a:cubicBezTo>
                  <a:cubicBezTo>
                    <a:pt x="76" y="132"/>
                    <a:pt x="97" y="148"/>
                    <a:pt x="97" y="177"/>
                  </a:cubicBezTo>
                  <a:cubicBezTo>
                    <a:pt x="97" y="225"/>
                    <a:pt x="42" y="236"/>
                    <a:pt x="31" y="236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4879225" y="4274309"/>
              <a:ext cx="342573" cy="226964"/>
            </a:xfrm>
            <a:custGeom>
              <a:avLst/>
              <a:gdLst>
                <a:gd name="T0" fmla="*/ 0 w 218"/>
                <a:gd name="T1" fmla="*/ 135 h 144"/>
                <a:gd name="T2" fmla="*/ 2 w 218"/>
                <a:gd name="T3" fmla="*/ 141 h 144"/>
                <a:gd name="T4" fmla="*/ 7 w 218"/>
                <a:gd name="T5" fmla="*/ 144 h 144"/>
                <a:gd name="T6" fmla="*/ 11 w 218"/>
                <a:gd name="T7" fmla="*/ 143 h 144"/>
                <a:gd name="T8" fmla="*/ 202 w 218"/>
                <a:gd name="T9" fmla="*/ 54 h 144"/>
                <a:gd name="T10" fmla="*/ 215 w 218"/>
                <a:gd name="T11" fmla="*/ 48 h 144"/>
                <a:gd name="T12" fmla="*/ 218 w 218"/>
                <a:gd name="T13" fmla="*/ 43 h 144"/>
                <a:gd name="T14" fmla="*/ 217 w 218"/>
                <a:gd name="T15" fmla="*/ 39 h 144"/>
                <a:gd name="T16" fmla="*/ 172 w 218"/>
                <a:gd name="T17" fmla="*/ 0 h 144"/>
                <a:gd name="T18" fmla="*/ 70 w 218"/>
                <a:gd name="T19" fmla="*/ 29 h 144"/>
                <a:gd name="T20" fmla="*/ 48 w 218"/>
                <a:gd name="T21" fmla="*/ 28 h 144"/>
                <a:gd name="T22" fmla="*/ 17 w 218"/>
                <a:gd name="T23" fmla="*/ 59 h 144"/>
                <a:gd name="T24" fmla="*/ 17 w 218"/>
                <a:gd name="T25" fmla="*/ 74 h 144"/>
                <a:gd name="T26" fmla="*/ 0 w 218"/>
                <a:gd name="T27" fmla="*/ 13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8" h="144">
                  <a:moveTo>
                    <a:pt x="0" y="135"/>
                  </a:moveTo>
                  <a:cubicBezTo>
                    <a:pt x="0" y="138"/>
                    <a:pt x="1" y="139"/>
                    <a:pt x="2" y="141"/>
                  </a:cubicBezTo>
                  <a:cubicBezTo>
                    <a:pt x="3" y="143"/>
                    <a:pt x="5" y="144"/>
                    <a:pt x="7" y="144"/>
                  </a:cubicBezTo>
                  <a:cubicBezTo>
                    <a:pt x="8" y="144"/>
                    <a:pt x="10" y="143"/>
                    <a:pt x="11" y="143"/>
                  </a:cubicBezTo>
                  <a:cubicBezTo>
                    <a:pt x="15" y="141"/>
                    <a:pt x="178" y="65"/>
                    <a:pt x="202" y="54"/>
                  </a:cubicBezTo>
                  <a:cubicBezTo>
                    <a:pt x="206" y="52"/>
                    <a:pt x="212" y="49"/>
                    <a:pt x="215" y="48"/>
                  </a:cubicBezTo>
                  <a:cubicBezTo>
                    <a:pt x="217" y="46"/>
                    <a:pt x="218" y="45"/>
                    <a:pt x="218" y="43"/>
                  </a:cubicBezTo>
                  <a:cubicBezTo>
                    <a:pt x="218" y="42"/>
                    <a:pt x="218" y="40"/>
                    <a:pt x="217" y="39"/>
                  </a:cubicBezTo>
                  <a:cubicBezTo>
                    <a:pt x="214" y="34"/>
                    <a:pt x="198" y="18"/>
                    <a:pt x="172" y="0"/>
                  </a:cubicBezTo>
                  <a:cubicBezTo>
                    <a:pt x="151" y="11"/>
                    <a:pt x="119" y="29"/>
                    <a:pt x="70" y="29"/>
                  </a:cubicBezTo>
                  <a:cubicBezTo>
                    <a:pt x="58" y="29"/>
                    <a:pt x="56" y="28"/>
                    <a:pt x="48" y="28"/>
                  </a:cubicBezTo>
                  <a:cubicBezTo>
                    <a:pt x="24" y="28"/>
                    <a:pt x="18" y="38"/>
                    <a:pt x="17" y="59"/>
                  </a:cubicBezTo>
                  <a:cubicBezTo>
                    <a:pt x="17" y="63"/>
                    <a:pt x="17" y="68"/>
                    <a:pt x="17" y="74"/>
                  </a:cubicBezTo>
                  <a:cubicBezTo>
                    <a:pt x="16" y="93"/>
                    <a:pt x="14" y="118"/>
                    <a:pt x="0" y="135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5047320" y="4496308"/>
              <a:ext cx="250369" cy="140434"/>
            </a:xfrm>
            <a:custGeom>
              <a:avLst/>
              <a:gdLst>
                <a:gd name="T0" fmla="*/ 104 w 159"/>
                <a:gd name="T1" fmla="*/ 19 h 89"/>
                <a:gd name="T2" fmla="*/ 153 w 159"/>
                <a:gd name="T3" fmla="*/ 19 h 89"/>
                <a:gd name="T4" fmla="*/ 153 w 159"/>
                <a:gd name="T5" fmla="*/ 0 h 89"/>
                <a:gd name="T6" fmla="*/ 7 w 159"/>
                <a:gd name="T7" fmla="*/ 0 h 89"/>
                <a:gd name="T8" fmla="*/ 7 w 159"/>
                <a:gd name="T9" fmla="*/ 19 h 89"/>
                <a:gd name="T10" fmla="*/ 55 w 159"/>
                <a:gd name="T11" fmla="*/ 19 h 89"/>
                <a:gd name="T12" fmla="*/ 0 w 159"/>
                <a:gd name="T13" fmla="*/ 89 h 89"/>
                <a:gd name="T14" fmla="*/ 32 w 159"/>
                <a:gd name="T15" fmla="*/ 89 h 89"/>
                <a:gd name="T16" fmla="*/ 79 w 159"/>
                <a:gd name="T17" fmla="*/ 27 h 89"/>
                <a:gd name="T18" fmla="*/ 121 w 159"/>
                <a:gd name="T19" fmla="*/ 82 h 89"/>
                <a:gd name="T20" fmla="*/ 135 w 159"/>
                <a:gd name="T21" fmla="*/ 89 h 89"/>
                <a:gd name="T22" fmla="*/ 159 w 159"/>
                <a:gd name="T23" fmla="*/ 89 h 89"/>
                <a:gd name="T24" fmla="*/ 104 w 159"/>
                <a:gd name="T25" fmla="*/ 1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89">
                  <a:moveTo>
                    <a:pt x="104" y="19"/>
                  </a:moveTo>
                  <a:cubicBezTo>
                    <a:pt x="153" y="19"/>
                    <a:pt x="153" y="19"/>
                    <a:pt x="153" y="19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5" y="87"/>
                    <a:pt x="129" y="89"/>
                    <a:pt x="135" y="89"/>
                  </a:cubicBezTo>
                  <a:cubicBezTo>
                    <a:pt x="159" y="89"/>
                    <a:pt x="159" y="89"/>
                    <a:pt x="159" y="89"/>
                  </a:cubicBezTo>
                  <a:lnTo>
                    <a:pt x="104" y="19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5035263" y="4662984"/>
              <a:ext cx="275193" cy="118447"/>
            </a:xfrm>
            <a:custGeom>
              <a:avLst/>
              <a:gdLst>
                <a:gd name="T0" fmla="*/ 175 w 175"/>
                <a:gd name="T1" fmla="*/ 0 h 75"/>
                <a:gd name="T2" fmla="*/ 0 w 175"/>
                <a:gd name="T3" fmla="*/ 0 h 75"/>
                <a:gd name="T4" fmla="*/ 0 w 175"/>
                <a:gd name="T5" fmla="*/ 18 h 75"/>
                <a:gd name="T6" fmla="*/ 74 w 175"/>
                <a:gd name="T7" fmla="*/ 18 h 75"/>
                <a:gd name="T8" fmla="*/ 74 w 175"/>
                <a:gd name="T9" fmla="*/ 75 h 75"/>
                <a:gd name="T10" fmla="*/ 81 w 175"/>
                <a:gd name="T11" fmla="*/ 75 h 75"/>
                <a:gd name="T12" fmla="*/ 101 w 175"/>
                <a:gd name="T13" fmla="*/ 56 h 75"/>
                <a:gd name="T14" fmla="*/ 101 w 175"/>
                <a:gd name="T15" fmla="*/ 18 h 75"/>
                <a:gd name="T16" fmla="*/ 175 w 175"/>
                <a:gd name="T17" fmla="*/ 18 h 75"/>
                <a:gd name="T18" fmla="*/ 175 w 175"/>
                <a:gd name="T1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5" h="75">
                  <a:moveTo>
                    <a:pt x="1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92" y="75"/>
                    <a:pt x="101" y="66"/>
                    <a:pt x="101" y="56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75" y="18"/>
                    <a:pt x="175" y="18"/>
                    <a:pt x="175" y="18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5936025" y="4496308"/>
              <a:ext cx="195047" cy="193628"/>
            </a:xfrm>
            <a:custGeom>
              <a:avLst/>
              <a:gdLst>
                <a:gd name="T0" fmla="*/ 55 w 124"/>
                <a:gd name="T1" fmla="*/ 0 h 123"/>
                <a:gd name="T2" fmla="*/ 44 w 124"/>
                <a:gd name="T3" fmla="*/ 8 h 123"/>
                <a:gd name="T4" fmla="*/ 0 w 124"/>
                <a:gd name="T5" fmla="*/ 123 h 123"/>
                <a:gd name="T6" fmla="*/ 28 w 124"/>
                <a:gd name="T7" fmla="*/ 123 h 123"/>
                <a:gd name="T8" fmla="*/ 63 w 124"/>
                <a:gd name="T9" fmla="*/ 29 h 123"/>
                <a:gd name="T10" fmla="*/ 94 w 124"/>
                <a:gd name="T11" fmla="*/ 115 h 123"/>
                <a:gd name="T12" fmla="*/ 105 w 124"/>
                <a:gd name="T13" fmla="*/ 123 h 123"/>
                <a:gd name="T14" fmla="*/ 124 w 124"/>
                <a:gd name="T15" fmla="*/ 123 h 123"/>
                <a:gd name="T16" fmla="*/ 76 w 124"/>
                <a:gd name="T17" fmla="*/ 0 h 123"/>
                <a:gd name="T18" fmla="*/ 55 w 124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4" h="123">
                  <a:moveTo>
                    <a:pt x="55" y="0"/>
                  </a:moveTo>
                  <a:cubicBezTo>
                    <a:pt x="51" y="0"/>
                    <a:pt x="47" y="3"/>
                    <a:pt x="44" y="8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96" y="120"/>
                    <a:pt x="100" y="122"/>
                    <a:pt x="105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55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6143838" y="4496308"/>
              <a:ext cx="73763" cy="270938"/>
            </a:xfrm>
            <a:custGeom>
              <a:avLst/>
              <a:gdLst>
                <a:gd name="T0" fmla="*/ 47 w 47"/>
                <a:gd name="T1" fmla="*/ 46 h 172"/>
                <a:gd name="T2" fmla="*/ 26 w 47"/>
                <a:gd name="T3" fmla="*/ 46 h 172"/>
                <a:gd name="T4" fmla="*/ 26 w 47"/>
                <a:gd name="T5" fmla="*/ 0 h 172"/>
                <a:gd name="T6" fmla="*/ 0 w 47"/>
                <a:gd name="T7" fmla="*/ 0 h 172"/>
                <a:gd name="T8" fmla="*/ 0 w 47"/>
                <a:gd name="T9" fmla="*/ 172 h 172"/>
                <a:gd name="T10" fmla="*/ 7 w 47"/>
                <a:gd name="T11" fmla="*/ 172 h 172"/>
                <a:gd name="T12" fmla="*/ 26 w 47"/>
                <a:gd name="T13" fmla="*/ 153 h 172"/>
                <a:gd name="T14" fmla="*/ 26 w 47"/>
                <a:gd name="T15" fmla="*/ 64 h 172"/>
                <a:gd name="T16" fmla="*/ 47 w 47"/>
                <a:gd name="T17" fmla="*/ 64 h 172"/>
                <a:gd name="T18" fmla="*/ 47 w 47"/>
                <a:gd name="T19" fmla="*/ 4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72">
                  <a:moveTo>
                    <a:pt x="47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" y="172"/>
                    <a:pt x="7" y="172"/>
                    <a:pt x="7" y="172"/>
                  </a:cubicBezTo>
                  <a:cubicBezTo>
                    <a:pt x="18" y="172"/>
                    <a:pt x="26" y="164"/>
                    <a:pt x="26" y="153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47" y="64"/>
                    <a:pt x="47" y="64"/>
                    <a:pt x="47" y="64"/>
                  </a:cubicBezTo>
                  <a:lnTo>
                    <a:pt x="47" y="46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5335280" y="4496308"/>
              <a:ext cx="193629" cy="141852"/>
            </a:xfrm>
            <a:custGeom>
              <a:avLst/>
              <a:gdLst>
                <a:gd name="T0" fmla="*/ 93 w 123"/>
                <a:gd name="T1" fmla="*/ 82 h 90"/>
                <a:gd name="T2" fmla="*/ 104 w 123"/>
                <a:gd name="T3" fmla="*/ 90 h 90"/>
                <a:gd name="T4" fmla="*/ 123 w 123"/>
                <a:gd name="T5" fmla="*/ 90 h 90"/>
                <a:gd name="T6" fmla="*/ 75 w 123"/>
                <a:gd name="T7" fmla="*/ 0 h 90"/>
                <a:gd name="T8" fmla="*/ 54 w 123"/>
                <a:gd name="T9" fmla="*/ 0 h 90"/>
                <a:gd name="T10" fmla="*/ 43 w 123"/>
                <a:gd name="T11" fmla="*/ 8 h 90"/>
                <a:gd name="T12" fmla="*/ 0 w 123"/>
                <a:gd name="T13" fmla="*/ 90 h 90"/>
                <a:gd name="T14" fmla="*/ 27 w 123"/>
                <a:gd name="T15" fmla="*/ 90 h 90"/>
                <a:gd name="T16" fmla="*/ 62 w 123"/>
                <a:gd name="T17" fmla="*/ 24 h 90"/>
                <a:gd name="T18" fmla="*/ 93 w 123"/>
                <a:gd name="T19" fmla="*/ 8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90">
                  <a:moveTo>
                    <a:pt x="93" y="82"/>
                  </a:moveTo>
                  <a:cubicBezTo>
                    <a:pt x="95" y="87"/>
                    <a:pt x="100" y="90"/>
                    <a:pt x="104" y="90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0" y="0"/>
                    <a:pt x="46" y="3"/>
                    <a:pt x="43" y="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62" y="24"/>
                    <a:pt x="62" y="24"/>
                    <a:pt x="62" y="24"/>
                  </a:cubicBezTo>
                  <a:lnTo>
                    <a:pt x="93" y="82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5379254" y="4665112"/>
              <a:ext cx="210651" cy="111354"/>
            </a:xfrm>
            <a:custGeom>
              <a:avLst/>
              <a:gdLst>
                <a:gd name="T0" fmla="*/ 0 w 134"/>
                <a:gd name="T1" fmla="*/ 0 h 71"/>
                <a:gd name="T2" fmla="*/ 0 w 134"/>
                <a:gd name="T3" fmla="*/ 18 h 71"/>
                <a:gd name="T4" fmla="*/ 107 w 134"/>
                <a:gd name="T5" fmla="*/ 18 h 71"/>
                <a:gd name="T6" fmla="*/ 107 w 134"/>
                <a:gd name="T7" fmla="*/ 71 h 71"/>
                <a:gd name="T8" fmla="*/ 114 w 134"/>
                <a:gd name="T9" fmla="*/ 71 h 71"/>
                <a:gd name="T10" fmla="*/ 134 w 134"/>
                <a:gd name="T11" fmla="*/ 52 h 71"/>
                <a:gd name="T12" fmla="*/ 134 w 134"/>
                <a:gd name="T13" fmla="*/ 0 h 71"/>
                <a:gd name="T14" fmla="*/ 0 w 134"/>
                <a:gd name="T1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71">
                  <a:moveTo>
                    <a:pt x="0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71"/>
                    <a:pt x="107" y="71"/>
                    <a:pt x="107" y="71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25" y="71"/>
                    <a:pt x="134" y="62"/>
                    <a:pt x="134" y="52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5547349" y="4496308"/>
              <a:ext cx="42556" cy="154619"/>
            </a:xfrm>
            <a:prstGeom prst="rect">
              <a:avLst/>
            </a:pr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5857296" y="4496308"/>
              <a:ext cx="41137" cy="270938"/>
            </a:xfrm>
            <a:custGeom>
              <a:avLst/>
              <a:gdLst>
                <a:gd name="T0" fmla="*/ 26 w 26"/>
                <a:gd name="T1" fmla="*/ 0 h 172"/>
                <a:gd name="T2" fmla="*/ 26 w 26"/>
                <a:gd name="T3" fmla="*/ 153 h 172"/>
                <a:gd name="T4" fmla="*/ 7 w 26"/>
                <a:gd name="T5" fmla="*/ 172 h 172"/>
                <a:gd name="T6" fmla="*/ 0 w 26"/>
                <a:gd name="T7" fmla="*/ 172 h 172"/>
                <a:gd name="T8" fmla="*/ 0 w 26"/>
                <a:gd name="T9" fmla="*/ 0 h 172"/>
                <a:gd name="T10" fmla="*/ 26 w 26"/>
                <a:gd name="T11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72">
                  <a:moveTo>
                    <a:pt x="26" y="0"/>
                  </a:moveTo>
                  <a:cubicBezTo>
                    <a:pt x="26" y="153"/>
                    <a:pt x="26" y="153"/>
                    <a:pt x="26" y="153"/>
                  </a:cubicBezTo>
                  <a:cubicBezTo>
                    <a:pt x="26" y="164"/>
                    <a:pt x="17" y="172"/>
                    <a:pt x="7" y="172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5646646" y="4489925"/>
              <a:ext cx="196466" cy="202849"/>
            </a:xfrm>
            <a:custGeom>
              <a:avLst/>
              <a:gdLst>
                <a:gd name="T0" fmla="*/ 76 w 125"/>
                <a:gd name="T1" fmla="*/ 111 h 129"/>
                <a:gd name="T2" fmla="*/ 76 w 125"/>
                <a:gd name="T3" fmla="*/ 101 h 129"/>
                <a:gd name="T4" fmla="*/ 112 w 125"/>
                <a:gd name="T5" fmla="*/ 62 h 129"/>
                <a:gd name="T6" fmla="*/ 94 w 125"/>
                <a:gd name="T7" fmla="*/ 31 h 129"/>
                <a:gd name="T8" fmla="*/ 117 w 125"/>
                <a:gd name="T9" fmla="*/ 31 h 129"/>
                <a:gd name="T10" fmla="*/ 117 w 125"/>
                <a:gd name="T11" fmla="*/ 13 h 129"/>
                <a:gd name="T12" fmla="*/ 76 w 125"/>
                <a:gd name="T13" fmla="*/ 13 h 129"/>
                <a:gd name="T14" fmla="*/ 76 w 125"/>
                <a:gd name="T15" fmla="*/ 0 h 129"/>
                <a:gd name="T16" fmla="*/ 48 w 125"/>
                <a:gd name="T17" fmla="*/ 0 h 129"/>
                <a:gd name="T18" fmla="*/ 48 w 125"/>
                <a:gd name="T19" fmla="*/ 13 h 129"/>
                <a:gd name="T20" fmla="*/ 6 w 125"/>
                <a:gd name="T21" fmla="*/ 13 h 129"/>
                <a:gd name="T22" fmla="*/ 6 w 125"/>
                <a:gd name="T23" fmla="*/ 31 h 129"/>
                <a:gd name="T24" fmla="*/ 30 w 125"/>
                <a:gd name="T25" fmla="*/ 31 h 129"/>
                <a:gd name="T26" fmla="*/ 12 w 125"/>
                <a:gd name="T27" fmla="*/ 62 h 129"/>
                <a:gd name="T28" fmla="*/ 48 w 125"/>
                <a:gd name="T29" fmla="*/ 101 h 129"/>
                <a:gd name="T30" fmla="*/ 48 w 125"/>
                <a:gd name="T31" fmla="*/ 111 h 129"/>
                <a:gd name="T32" fmla="*/ 0 w 125"/>
                <a:gd name="T33" fmla="*/ 111 h 129"/>
                <a:gd name="T34" fmla="*/ 0 w 125"/>
                <a:gd name="T35" fmla="*/ 129 h 129"/>
                <a:gd name="T36" fmla="*/ 125 w 125"/>
                <a:gd name="T37" fmla="*/ 129 h 129"/>
                <a:gd name="T38" fmla="*/ 125 w 125"/>
                <a:gd name="T39" fmla="*/ 111 h 129"/>
                <a:gd name="T40" fmla="*/ 76 w 125"/>
                <a:gd name="T41" fmla="*/ 111 h 129"/>
                <a:gd name="T42" fmla="*/ 38 w 125"/>
                <a:gd name="T43" fmla="*/ 62 h 129"/>
                <a:gd name="T44" fmla="*/ 62 w 125"/>
                <a:gd name="T45" fmla="*/ 39 h 129"/>
                <a:gd name="T46" fmla="*/ 85 w 125"/>
                <a:gd name="T47" fmla="*/ 62 h 129"/>
                <a:gd name="T48" fmla="*/ 62 w 125"/>
                <a:gd name="T49" fmla="*/ 85 h 129"/>
                <a:gd name="T50" fmla="*/ 38 w 125"/>
                <a:gd name="T51" fmla="*/ 6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5" h="129">
                  <a:moveTo>
                    <a:pt x="76" y="111"/>
                  </a:moveTo>
                  <a:cubicBezTo>
                    <a:pt x="76" y="101"/>
                    <a:pt x="76" y="101"/>
                    <a:pt x="76" y="101"/>
                  </a:cubicBezTo>
                  <a:cubicBezTo>
                    <a:pt x="97" y="96"/>
                    <a:pt x="112" y="81"/>
                    <a:pt x="112" y="62"/>
                  </a:cubicBezTo>
                  <a:cubicBezTo>
                    <a:pt x="112" y="50"/>
                    <a:pt x="105" y="39"/>
                    <a:pt x="94" y="31"/>
                  </a:cubicBezTo>
                  <a:cubicBezTo>
                    <a:pt x="117" y="31"/>
                    <a:pt x="117" y="31"/>
                    <a:pt x="117" y="31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18" y="39"/>
                    <a:pt x="12" y="50"/>
                    <a:pt x="12" y="62"/>
                  </a:cubicBezTo>
                  <a:cubicBezTo>
                    <a:pt x="12" y="81"/>
                    <a:pt x="26" y="96"/>
                    <a:pt x="48" y="101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125" y="129"/>
                    <a:pt x="125" y="129"/>
                    <a:pt x="125" y="129"/>
                  </a:cubicBezTo>
                  <a:cubicBezTo>
                    <a:pt x="125" y="111"/>
                    <a:pt x="125" y="111"/>
                    <a:pt x="125" y="111"/>
                  </a:cubicBezTo>
                  <a:lnTo>
                    <a:pt x="76" y="111"/>
                  </a:lnTo>
                  <a:close/>
                  <a:moveTo>
                    <a:pt x="38" y="62"/>
                  </a:moveTo>
                  <a:cubicBezTo>
                    <a:pt x="38" y="49"/>
                    <a:pt x="48" y="39"/>
                    <a:pt x="62" y="39"/>
                  </a:cubicBezTo>
                  <a:cubicBezTo>
                    <a:pt x="76" y="39"/>
                    <a:pt x="85" y="49"/>
                    <a:pt x="85" y="62"/>
                  </a:cubicBezTo>
                  <a:cubicBezTo>
                    <a:pt x="85" y="75"/>
                    <a:pt x="76" y="85"/>
                    <a:pt x="62" y="85"/>
                  </a:cubicBezTo>
                  <a:cubicBezTo>
                    <a:pt x="48" y="85"/>
                    <a:pt x="38" y="75"/>
                    <a:pt x="38" y="62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D5633679-09D6-45D5-9460-AD708BAD3CF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2055" y="6431336"/>
            <a:ext cx="700510" cy="3876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+mj-lt"/>
          <a:ea typeface="+mj-ea"/>
          <a:cs typeface="+mj-cs"/>
        </a:defRPr>
      </a:lvl1pPr>
      <a:lvl2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2pPr>
      <a:lvl3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3pPr>
      <a:lvl4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4pPr>
      <a:lvl5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5pPr>
      <a:lvl6pPr marL="4572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6pPr>
      <a:lvl7pPr marL="9144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7pPr>
      <a:lvl8pPr marL="13716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8pPr>
      <a:lvl9pPr marL="18288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0"/>
        </a:spcAft>
        <a:defRPr sz="1400" b="1">
          <a:solidFill>
            <a:srgbClr val="000000"/>
          </a:solidFill>
          <a:latin typeface="+mn-lt"/>
          <a:ea typeface="+mn-ea"/>
          <a:cs typeface="+mn-cs"/>
        </a:defRPr>
      </a:lvl1pPr>
      <a:lvl2pPr marL="455613" indent="1588" algn="l" rtl="0" eaLnBrk="0" fontAlgn="base" hangingPunct="0">
        <a:spcBef>
          <a:spcPct val="30000"/>
        </a:spcBef>
        <a:spcAft>
          <a:spcPct val="0"/>
        </a:spcAft>
        <a:defRPr sz="1400" b="1">
          <a:solidFill>
            <a:srgbClr val="000000"/>
          </a:solidFill>
          <a:latin typeface="+mn-lt"/>
          <a:ea typeface="+mn-ea"/>
        </a:defRPr>
      </a:lvl2pPr>
      <a:lvl3pPr marL="914400" algn="l" rtl="0" eaLnBrk="0" fontAlgn="base" hangingPunct="0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3pPr>
      <a:lvl4pPr marL="1370013" indent="1588" algn="l" rtl="0" eaLnBrk="0" fontAlgn="base" hangingPunct="0">
        <a:spcBef>
          <a:spcPct val="0"/>
        </a:spcBef>
        <a:spcAft>
          <a:spcPct val="20000"/>
        </a:spcAft>
        <a:buChar char="•"/>
        <a:defRPr sz="2500">
          <a:solidFill>
            <a:schemeClr val="tx2"/>
          </a:solidFill>
          <a:latin typeface="Arial" charset="0"/>
          <a:ea typeface="+mn-ea"/>
        </a:defRPr>
      </a:lvl4pPr>
      <a:lvl5pPr marL="1828800" algn="l" rtl="0" eaLnBrk="0" fontAlgn="base" hangingPunct="0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5pPr>
      <a:lvl6pPr marL="22860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6pPr>
      <a:lvl7pPr marL="27432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7pPr>
      <a:lvl8pPr marL="32004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8pPr>
      <a:lvl9pPr marL="36576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77875" y="2166938"/>
            <a:ext cx="7299325" cy="492125"/>
          </a:xfrm>
          <a:noFill/>
        </p:spPr>
        <p:txBody>
          <a:bodyPr/>
          <a:lstStyle/>
          <a:p>
            <a:r>
              <a:rPr lang="en-US" altLang="ko-KR" sz="3200" dirty="0">
                <a:latin typeface="맑은 고딕" pitchFamily="50" charset="-127"/>
                <a:ea typeface="맑은 고딕" pitchFamily="50" charset="-127"/>
              </a:rPr>
              <a:t>To-Be Process </a:t>
            </a:r>
            <a:r>
              <a:rPr lang="ko-KR" altLang="en-US" sz="3200" dirty="0"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776288" y="3944938"/>
            <a:ext cx="6408737" cy="1752600"/>
          </a:xfrm>
          <a:noFill/>
        </p:spPr>
        <p:txBody>
          <a:bodyPr/>
          <a:lstStyle/>
          <a:p>
            <a:pPr marL="0" indent="0">
              <a:spcBef>
                <a:spcPct val="0"/>
              </a:spcBef>
            </a:pP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ERP Project </a:t>
            </a:r>
            <a:r>
              <a:rPr lang="ko-KR" altLang="en-US" sz="1800" dirty="0">
                <a:latin typeface="맑은 고딕" pitchFamily="50" charset="-127"/>
                <a:ea typeface="맑은 고딕" pitchFamily="50" charset="-127"/>
              </a:rPr>
              <a:t>팀</a:t>
            </a:r>
            <a:endParaRPr lang="en-US" altLang="ko-KR" sz="180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spcBef>
                <a:spcPct val="0"/>
              </a:spcBef>
            </a:pP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spcBef>
                <a:spcPct val="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2022. 10</a:t>
            </a:r>
          </a:p>
        </p:txBody>
      </p:sp>
      <p:sp>
        <p:nvSpPr>
          <p:cNvPr id="1260548" name="Line 4"/>
          <p:cNvSpPr>
            <a:spLocks noChangeShapeType="1"/>
          </p:cNvSpPr>
          <p:nvPr/>
        </p:nvSpPr>
        <p:spPr bwMode="auto">
          <a:xfrm>
            <a:off x="779463" y="2889250"/>
            <a:ext cx="64420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>
            <a:outerShdw sy="50000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633679-09D6-45D5-9460-AD708BAD3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496" y="5658400"/>
            <a:ext cx="1827032" cy="1010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42875"/>
            <a:ext cx="6875462" cy="274638"/>
          </a:xfrm>
        </p:spPr>
        <p:txBody>
          <a:bodyPr/>
          <a:lstStyle/>
          <a:p>
            <a:pPr defTabSz="9144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Document Control</a:t>
            </a:r>
          </a:p>
        </p:txBody>
      </p:sp>
      <p:graphicFrame>
        <p:nvGraphicFramePr>
          <p:cNvPr id="1235149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133145"/>
              </p:ext>
            </p:extLst>
          </p:nvPr>
        </p:nvGraphicFramePr>
        <p:xfrm>
          <a:off x="457200" y="1000125"/>
          <a:ext cx="8915400" cy="18288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권한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File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To-Be Process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_MM_1.1.2_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평가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_v0.2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File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보관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2022.10.30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최종수정일자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전체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5172" name="Group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889924"/>
              </p:ext>
            </p:extLst>
          </p:nvPr>
        </p:nvGraphicFramePr>
        <p:xfrm>
          <a:off x="457200" y="3057525"/>
          <a:ext cx="8915400" cy="21336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사유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0.2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2022.10.30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 작성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283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91863"/>
              </p:ext>
            </p:extLst>
          </p:nvPr>
        </p:nvGraphicFramePr>
        <p:xfrm>
          <a:off x="417513" y="1643050"/>
          <a:ext cx="9180512" cy="4547542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01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Arial" pitchFamily="34" charset="0"/>
                        <a:buNone/>
                        <a:defRPr/>
                      </a:pPr>
                      <a:r>
                        <a:rPr kumimoji="1" lang="en-US" altLang="ko-KR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1" lang="ko-KR" altLang="en-US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정의 </a:t>
                      </a:r>
                      <a:endParaRPr kumimoji="1" lang="en-US" altLang="ko-KR" sz="1100" b="1" u="sng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공급업체의 납품 실적에 대해 가격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납기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품질 등의 항목으로 업체 평가를 실시하는 프로세스</a:t>
                      </a:r>
                      <a:endParaRPr kumimoji="1" lang="en-US" altLang="ko-KR" sz="110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1" lang="ko-KR" altLang="en-US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역할 및 주관부서</a:t>
                      </a:r>
                      <a:endParaRPr kumimoji="1" lang="en-US" altLang="ko-KR" sz="1100" b="1" u="sng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175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주관부서 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175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주관으로 공급업체 정기 평가계획을 수립 후 관련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유서부서와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협력하여 공급업체 평가를 수행한다</a:t>
                      </a: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kumimoji="1" lang="ko-KR" altLang="en-US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실행 주기</a:t>
                      </a:r>
                      <a:endParaRPr kumimoji="1" lang="en-US" altLang="ko-KR" sz="1100" b="1" u="sng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SK </a:t>
                      </a:r>
                      <a:r>
                        <a:rPr kumimoji="1" lang="ko-KR" altLang="en-US" sz="1100" kern="12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시그넷</a:t>
                      </a:r>
                      <a:r>
                        <a:rPr kumimoji="1" lang="ko-KR" altLang="en-US" sz="1100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내부규정 참고</a:t>
                      </a:r>
                      <a:endParaRPr kumimoji="1" lang="en-US" altLang="ko-KR" sz="1100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kumimoji="1" lang="ko-KR" altLang="en-US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특이사항</a:t>
                      </a:r>
                      <a:endParaRPr kumimoji="1" lang="en-US" altLang="ko-KR" sz="1100" b="1" u="sng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kumimoji="1" lang="en-US" altLang="ko-KR" sz="110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9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주요변화 사항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변화사항</a:t>
                      </a:r>
                      <a:endParaRPr kumimoji="0" lang="en-US" altLang="ko-KR" sz="1100" b="0" i="0" u="sng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SRM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시스템을 통한 공급업체 평가 관리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kumimoji="0" lang="en-US" altLang="ko-KR" sz="1100" b="0" i="0" u="sng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11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To-Be Process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1272848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92176"/>
              </p:ext>
            </p:extLst>
          </p:nvPr>
        </p:nvGraphicFramePr>
        <p:xfrm>
          <a:off x="417513" y="71435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평가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311150" y="69850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Process Flow Chart</a:t>
            </a:r>
          </a:p>
        </p:txBody>
      </p:sp>
      <p:graphicFrame>
        <p:nvGraphicFramePr>
          <p:cNvPr id="54" name="Group 16"/>
          <p:cNvGraphicFramePr>
            <a:graphicFrameLocks noGrp="1"/>
          </p:cNvGraphicFramePr>
          <p:nvPr/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평가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Rectangle 1026">
            <a:extLst>
              <a:ext uri="{FF2B5EF4-FFF2-40B4-BE49-F238E27FC236}">
                <a16:creationId xmlns:a16="http://schemas.microsoft.com/office/drawing/2014/main" id="{64C2364F-C4AE-E3A7-2B43-8EBC6A6A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1493838"/>
            <a:ext cx="9180513" cy="481171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 eaLnBrk="0" latinLnBrk="0" hangingPunct="0">
              <a:defRPr/>
            </a:pP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 Box 1060">
            <a:extLst>
              <a:ext uri="{FF2B5EF4-FFF2-40B4-BE49-F238E27FC236}">
                <a16:creationId xmlns:a16="http://schemas.microsoft.com/office/drawing/2014/main" id="{E9D07BC2-3EC5-1F83-872B-5C3961DF2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8864" y="1562100"/>
            <a:ext cx="30384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구매팀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Line 1054">
            <a:extLst>
              <a:ext uri="{FF2B5EF4-FFF2-40B4-BE49-F238E27FC236}">
                <a16:creationId xmlns:a16="http://schemas.microsoft.com/office/drawing/2014/main" id="{D0C85A2A-22C2-A508-941F-B5BDD0399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575" y="1831975"/>
            <a:ext cx="9180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r" eaLnBrk="0" latinLnBrk="0" hangingPunct="0">
              <a:defRPr/>
            </a:pP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Oval 7">
            <a:extLst>
              <a:ext uri="{FF2B5EF4-FFF2-40B4-BE49-F238E27FC236}">
                <a16:creationId xmlns:a16="http://schemas.microsoft.com/office/drawing/2014/main" id="{98D15B8B-D3D4-AB41-062F-F65A8B834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360" y="4590954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종료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34473DDA-F550-FE7D-38BD-9288C6DC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82" y="6011195"/>
            <a:ext cx="720000" cy="234000"/>
          </a:xfrm>
          <a:prstGeom prst="flowChartPredefinedProcess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none"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ERP</a:t>
            </a: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566A75AF-58FB-5204-1DED-4F427B8F1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6021288"/>
            <a:ext cx="720000" cy="23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Legacy</a:t>
            </a:r>
          </a:p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(Legacy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48" name="AutoShape 6">
            <a:extLst>
              <a:ext uri="{FF2B5EF4-FFF2-40B4-BE49-F238E27FC236}">
                <a16:creationId xmlns:a16="http://schemas.microsoft.com/office/drawing/2014/main" id="{3A10C959-838A-AF67-852E-D841724D7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337" y="6024703"/>
            <a:ext cx="776705" cy="206984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18000" tIns="36000" rIns="18000" bIns="0" anchor="t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Report</a:t>
            </a:r>
          </a:p>
        </p:txBody>
      </p:sp>
      <p:sp>
        <p:nvSpPr>
          <p:cNvPr id="49" name="Rectangle 4">
            <a:extLst>
              <a:ext uri="{FF2B5EF4-FFF2-40B4-BE49-F238E27FC236}">
                <a16:creationId xmlns:a16="http://schemas.microsoft.com/office/drawing/2014/main" id="{52796BBC-0BA9-133D-84A1-3EE440435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688" y="6011195"/>
            <a:ext cx="720000" cy="23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수작업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51" name="꺾인 연결선 68">
            <a:extLst>
              <a:ext uri="{FF2B5EF4-FFF2-40B4-BE49-F238E27FC236}">
                <a16:creationId xmlns:a16="http://schemas.microsoft.com/office/drawing/2014/main" id="{182162CF-B14E-6E43-D165-D85B9890E100}"/>
              </a:ext>
            </a:extLst>
          </p:cNvPr>
          <p:cNvCxnSpPr>
            <a:cxnSpLocks/>
            <a:stCxn id="52" idx="4"/>
            <a:endCxn id="57" idx="0"/>
          </p:cNvCxnSpPr>
          <p:nvPr/>
        </p:nvCxnSpPr>
        <p:spPr bwMode="auto">
          <a:xfrm>
            <a:off x="1310760" y="2564904"/>
            <a:ext cx="0" cy="355915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52" name="Oval 7">
            <a:extLst>
              <a:ext uri="{FF2B5EF4-FFF2-40B4-BE49-F238E27FC236}">
                <a16:creationId xmlns:a16="http://schemas.microsoft.com/office/drawing/2014/main" id="{07AF1EF9-2511-4F87-2EC6-3BF2B8B99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808" y="2096904"/>
            <a:ext cx="809904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none" lIns="36000" tIns="36000" rIns="36000" bIns="3600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시작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Rectangle 4">
            <a:extLst>
              <a:ext uri="{FF2B5EF4-FFF2-40B4-BE49-F238E27FC236}">
                <a16:creationId xmlns:a16="http://schemas.microsoft.com/office/drawing/2014/main" id="{7DC422FF-04D0-FFA5-AE05-6F8D856E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84" y="4365168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MM-01.01.02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.02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평가 대상 선정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cxnSp>
        <p:nvCxnSpPr>
          <p:cNvPr id="56" name="꺾인 연결선 66">
            <a:extLst>
              <a:ext uri="{FF2B5EF4-FFF2-40B4-BE49-F238E27FC236}">
                <a16:creationId xmlns:a16="http://schemas.microsoft.com/office/drawing/2014/main" id="{9A3AA31B-5EAE-0D62-3582-E49C1F1468D8}"/>
              </a:ext>
            </a:extLst>
          </p:cNvPr>
          <p:cNvCxnSpPr>
            <a:cxnSpLocks/>
            <a:stCxn id="57" idx="2"/>
            <a:endCxn id="55" idx="0"/>
          </p:cNvCxnSpPr>
          <p:nvPr/>
        </p:nvCxnSpPr>
        <p:spPr bwMode="auto">
          <a:xfrm>
            <a:off x="1310760" y="3496819"/>
            <a:ext cx="0" cy="86834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57" name="Rectangle 4">
            <a:extLst>
              <a:ext uri="{FF2B5EF4-FFF2-40B4-BE49-F238E27FC236}">
                <a16:creationId xmlns:a16="http://schemas.microsoft.com/office/drawing/2014/main" id="{FD23BC08-2B4A-918C-4F26-DEBCA830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84" y="2920819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MM-01.01.02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.01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정기평가계획 수립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0D9754AF-E4C2-C674-D40B-6DE3F9F7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736" y="3629642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MM-01.01.02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.03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평가 항목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및 평가 담당자 선정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171" name="꺾인 연결선 66">
            <a:extLst>
              <a:ext uri="{FF2B5EF4-FFF2-40B4-BE49-F238E27FC236}">
                <a16:creationId xmlns:a16="http://schemas.microsoft.com/office/drawing/2014/main" id="{76EC9C04-98FF-9D6C-BE63-1DD242ED5676}"/>
              </a:ext>
            </a:extLst>
          </p:cNvPr>
          <p:cNvCxnSpPr>
            <a:cxnSpLocks/>
            <a:stCxn id="34" idx="3"/>
          </p:cNvCxnSpPr>
          <p:nvPr/>
        </p:nvCxnSpPr>
        <p:spPr bwMode="auto">
          <a:xfrm>
            <a:off x="5660455" y="2638195"/>
            <a:ext cx="516681" cy="127944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176" name="꺾인 연결선 66">
            <a:extLst>
              <a:ext uri="{FF2B5EF4-FFF2-40B4-BE49-F238E27FC236}">
                <a16:creationId xmlns:a16="http://schemas.microsoft.com/office/drawing/2014/main" id="{6BCC9575-E40B-7F1E-B400-388E3188CA68}"/>
              </a:ext>
            </a:extLst>
          </p:cNvPr>
          <p:cNvCxnSpPr>
            <a:cxnSpLocks/>
            <a:stCxn id="7174" idx="3"/>
            <a:endCxn id="7184" idx="1"/>
          </p:cNvCxnSpPr>
          <p:nvPr/>
        </p:nvCxnSpPr>
        <p:spPr bwMode="auto">
          <a:xfrm flipV="1">
            <a:off x="5672928" y="3917642"/>
            <a:ext cx="504208" cy="123951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177" name="꺾인 연결선 66">
            <a:extLst>
              <a:ext uri="{FF2B5EF4-FFF2-40B4-BE49-F238E27FC236}">
                <a16:creationId xmlns:a16="http://schemas.microsoft.com/office/drawing/2014/main" id="{505F9EED-318E-CE1B-E040-4308B671D0F0}"/>
              </a:ext>
            </a:extLst>
          </p:cNvPr>
          <p:cNvCxnSpPr>
            <a:cxnSpLocks/>
            <a:stCxn id="55" idx="3"/>
            <a:endCxn id="60" idx="1"/>
          </p:cNvCxnSpPr>
          <p:nvPr/>
        </p:nvCxnSpPr>
        <p:spPr bwMode="auto">
          <a:xfrm flipV="1">
            <a:off x="1994836" y="3917642"/>
            <a:ext cx="581900" cy="73552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178" name="꺾인 연결선 66">
            <a:extLst>
              <a:ext uri="{FF2B5EF4-FFF2-40B4-BE49-F238E27FC236}">
                <a16:creationId xmlns:a16="http://schemas.microsoft.com/office/drawing/2014/main" id="{DDF47AA8-661B-4A56-121C-61B4EE7A5FEB}"/>
              </a:ext>
            </a:extLst>
          </p:cNvPr>
          <p:cNvCxnSpPr>
            <a:cxnSpLocks/>
            <a:stCxn id="60" idx="3"/>
            <a:endCxn id="7183" idx="1"/>
          </p:cNvCxnSpPr>
          <p:nvPr/>
        </p:nvCxnSpPr>
        <p:spPr bwMode="auto">
          <a:xfrm>
            <a:off x="3944888" y="3917642"/>
            <a:ext cx="380190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205" name="꺾인 연결선 66">
            <a:extLst>
              <a:ext uri="{FF2B5EF4-FFF2-40B4-BE49-F238E27FC236}">
                <a16:creationId xmlns:a16="http://schemas.microsoft.com/office/drawing/2014/main" id="{CFEC42C6-4A85-4603-FDF8-35E1545A9408}"/>
              </a:ext>
            </a:extLst>
          </p:cNvPr>
          <p:cNvCxnSpPr>
            <a:cxnSpLocks/>
            <a:stCxn id="60" idx="3"/>
            <a:endCxn id="7169" idx="1"/>
          </p:cNvCxnSpPr>
          <p:nvPr/>
        </p:nvCxnSpPr>
        <p:spPr bwMode="auto">
          <a:xfrm flipV="1">
            <a:off x="3944888" y="2636880"/>
            <a:ext cx="369837" cy="128076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206" name="꺾인 연결선 66">
            <a:extLst>
              <a:ext uri="{FF2B5EF4-FFF2-40B4-BE49-F238E27FC236}">
                <a16:creationId xmlns:a16="http://schemas.microsoft.com/office/drawing/2014/main" id="{0FD684FE-2D6E-346B-0579-F5CC4BB6C51C}"/>
              </a:ext>
            </a:extLst>
          </p:cNvPr>
          <p:cNvCxnSpPr>
            <a:cxnSpLocks/>
            <a:stCxn id="60" idx="3"/>
            <a:endCxn id="7174" idx="1"/>
          </p:cNvCxnSpPr>
          <p:nvPr/>
        </p:nvCxnSpPr>
        <p:spPr bwMode="auto">
          <a:xfrm>
            <a:off x="3944888" y="3917642"/>
            <a:ext cx="360040" cy="123951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211" name="꺾인 연결선 66">
            <a:extLst>
              <a:ext uri="{FF2B5EF4-FFF2-40B4-BE49-F238E27FC236}">
                <a16:creationId xmlns:a16="http://schemas.microsoft.com/office/drawing/2014/main" id="{E7746F8E-A184-B50B-68F4-520C708D8AD9}"/>
              </a:ext>
            </a:extLst>
          </p:cNvPr>
          <p:cNvCxnSpPr>
            <a:cxnSpLocks/>
            <a:stCxn id="7183" idx="3"/>
            <a:endCxn id="7184" idx="1"/>
          </p:cNvCxnSpPr>
          <p:nvPr/>
        </p:nvCxnSpPr>
        <p:spPr bwMode="auto">
          <a:xfrm>
            <a:off x="5693078" y="3917642"/>
            <a:ext cx="484058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216" name="꺾인 연결선 66">
            <a:extLst>
              <a:ext uri="{FF2B5EF4-FFF2-40B4-BE49-F238E27FC236}">
                <a16:creationId xmlns:a16="http://schemas.microsoft.com/office/drawing/2014/main" id="{391E9B58-4DCF-A33A-EF48-9D952149AFE8}"/>
              </a:ext>
            </a:extLst>
          </p:cNvPr>
          <p:cNvCxnSpPr>
            <a:cxnSpLocks/>
            <a:stCxn id="7184" idx="3"/>
            <a:endCxn id="7185" idx="1"/>
          </p:cNvCxnSpPr>
          <p:nvPr/>
        </p:nvCxnSpPr>
        <p:spPr bwMode="auto">
          <a:xfrm>
            <a:off x="7545136" y="3917642"/>
            <a:ext cx="368224" cy="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219" name="꺾인 연결선 66">
            <a:extLst>
              <a:ext uri="{FF2B5EF4-FFF2-40B4-BE49-F238E27FC236}">
                <a16:creationId xmlns:a16="http://schemas.microsoft.com/office/drawing/2014/main" id="{9DD08EF6-9CA9-B1CD-3088-EC2BD225EFDF}"/>
              </a:ext>
            </a:extLst>
          </p:cNvPr>
          <p:cNvCxnSpPr>
            <a:cxnSpLocks/>
            <a:stCxn id="7185" idx="2"/>
            <a:endCxn id="45" idx="0"/>
          </p:cNvCxnSpPr>
          <p:nvPr/>
        </p:nvCxnSpPr>
        <p:spPr bwMode="auto">
          <a:xfrm>
            <a:off x="8597360" y="4205642"/>
            <a:ext cx="0" cy="385312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34" name="Rectangle 4">
            <a:extLst>
              <a:ext uri="{FF2B5EF4-FFF2-40B4-BE49-F238E27FC236}">
                <a16:creationId xmlns:a16="http://schemas.microsoft.com/office/drawing/2014/main" id="{0D9754AF-E4C2-C674-D40B-6DE3F9F7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303" y="2350195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MM-01.01.02.04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실적평가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0D9754AF-E4C2-C674-D40B-6DE3F9F7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228" y="3629642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MM-01.01.02.05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설문평가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0D9754AF-E4C2-C674-D40B-6DE3F9F7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256" y="4930135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MM-01.01.02.06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방문평가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0D9754AF-E4C2-C674-D40B-6DE3F9F7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993" y="3629642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MM-01.01.02.07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평가마감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0D9754AF-E4C2-C674-D40B-6DE3F9F7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343" y="3629642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MM-01.01.02.08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평가결과 확인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982033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4980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544509"/>
              </p:ext>
            </p:extLst>
          </p:nvPr>
        </p:nvGraphicFramePr>
        <p:xfrm>
          <a:off x="417513" y="1493839"/>
          <a:ext cx="9180512" cy="3715080"/>
        </p:xfrm>
        <a:graphic>
          <a:graphicData uri="http://schemas.openxmlformats.org/drawingml/2006/table">
            <a:tbl>
              <a:tblPr/>
              <a:tblGrid>
                <a:gridCol w="122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3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ID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주관부서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.01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정기평가계획 수립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구매팀에서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협력업체 정기평가계획을 수립한다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.02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 평가 대상 선정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협력업체 평가 내부 규정에 의거하여 공급업체 평가 대상 업체를 선정한다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.03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 평가 항목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및 평가 담당자 선정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평가 항목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설문평가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항목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방문 평가 항목 등 평가항목을 선정하고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배점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평가기간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각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평가항목별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담당자를 선정한다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.04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실적평가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시스템을 통해 실적 평가가 가능한 항목에 대해서는 시스템을 통해 실적 평가를 진행한다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.05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설문평가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설문평가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항목에 대해서는 각 평가 담당자에게 설문서를 발송하여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설문평가를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진행한다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MM-01.01.02.06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방문평가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공급업체에 방문하여 평가해야 할 항목에 대해서는 실사를 진행하여 방문 평가한다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MM-01.01.02.07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평가마감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공급업체별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평가결과를 확정하고 평가 마감 처리한다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MM-01.01.02.08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평가결과 확인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유관부서에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협력업체 평가 결과를 공유한다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497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497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Activity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7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213315"/>
              </p:ext>
            </p:extLst>
          </p:nvPr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평가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3_blank">
  <a:themeElements>
    <a:clrScheme name="blank 2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blank">
      <a:majorFont>
        <a:latin typeface="Optima"/>
        <a:ea typeface="가는각진제목체"/>
        <a:cs typeface=""/>
      </a:majorFont>
      <a:minorFont>
        <a:latin typeface="Optima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Optima" pitchFamily="2" charset="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Optima" pitchFamily="2" charset="2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000" dirty="0"/>
        </a:defPPr>
      </a:lstStyle>
    </a:txDef>
  </a:objectDefaults>
  <a:extraClrSchemeLst>
    <a:extraClrScheme>
      <a:clrScheme name="blank 1">
        <a:dk1>
          <a:srgbClr val="2666A6"/>
        </a:dk1>
        <a:lt1>
          <a:srgbClr val="3DA8D5"/>
        </a:lt1>
        <a:dk2>
          <a:srgbClr val="3A4972"/>
        </a:dk2>
        <a:lt2>
          <a:srgbClr val="3DA8D5"/>
        </a:lt2>
        <a:accent1>
          <a:srgbClr val="8BCBE6"/>
        </a:accent1>
        <a:accent2>
          <a:srgbClr val="B1DCEE"/>
        </a:accent2>
        <a:accent3>
          <a:srgbClr val="AEB1BC"/>
        </a:accent3>
        <a:accent4>
          <a:srgbClr val="338FB6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2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8D9C00"/>
        </a:dk1>
        <a:lt1>
          <a:srgbClr val="AFCC0D"/>
        </a:lt1>
        <a:dk2>
          <a:srgbClr val="707014"/>
        </a:dk2>
        <a:lt2>
          <a:srgbClr val="AFCC0D"/>
        </a:lt2>
        <a:accent1>
          <a:srgbClr val="CFE06E"/>
        </a:accent1>
        <a:accent2>
          <a:srgbClr val="DFEB99"/>
        </a:accent2>
        <a:accent3>
          <a:srgbClr val="BBBBAA"/>
        </a:accent3>
        <a:accent4>
          <a:srgbClr val="95AE09"/>
        </a:accent4>
        <a:accent5>
          <a:srgbClr val="E4EDBA"/>
        </a:accent5>
        <a:accent6>
          <a:srgbClr val="CAD58A"/>
        </a:accent6>
        <a:hlink>
          <a:srgbClr val="EFF5C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4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9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A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D45100"/>
        </a:dk1>
        <a:lt1>
          <a:srgbClr val="FE7200"/>
        </a:lt1>
        <a:dk2>
          <a:srgbClr val="9E540A"/>
        </a:dk2>
        <a:lt2>
          <a:srgbClr val="FE7200"/>
        </a:lt2>
        <a:accent1>
          <a:srgbClr val="FEAA66"/>
        </a:accent1>
        <a:accent2>
          <a:srgbClr val="FFC799"/>
        </a:accent2>
        <a:accent3>
          <a:srgbClr val="CCB3AA"/>
        </a:accent3>
        <a:accent4>
          <a:srgbClr val="D96000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6">
        <a:dk1>
          <a:srgbClr val="9E540A"/>
        </a:dk1>
        <a:lt1>
          <a:srgbClr val="FFFFFF"/>
        </a:lt1>
        <a:dk2>
          <a:srgbClr val="FE7200"/>
        </a:dk2>
        <a:lt2>
          <a:srgbClr val="D45100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E7BB01"/>
        </a:dk1>
        <a:lt1>
          <a:srgbClr val="FFD600"/>
        </a:lt1>
        <a:dk2>
          <a:srgbClr val="D19700"/>
        </a:dk2>
        <a:lt2>
          <a:srgbClr val="FFD600"/>
        </a:lt2>
        <a:accent1>
          <a:srgbClr val="F8E866"/>
        </a:accent1>
        <a:accent2>
          <a:srgbClr val="FBEF99"/>
        </a:accent2>
        <a:accent3>
          <a:srgbClr val="E5C9AA"/>
        </a:accent3>
        <a:accent4>
          <a:srgbClr val="DAB700"/>
        </a:accent4>
        <a:accent5>
          <a:srgbClr val="FBF2B8"/>
        </a:accent5>
        <a:accent6>
          <a:srgbClr val="E3D98A"/>
        </a:accent6>
        <a:hlink>
          <a:srgbClr val="FDF7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D19700"/>
        </a:dk1>
        <a:lt1>
          <a:srgbClr val="FFFFFF"/>
        </a:lt1>
        <a:dk2>
          <a:srgbClr val="FFD600"/>
        </a:dk2>
        <a:lt2>
          <a:srgbClr val="E7BB01"/>
        </a:lt2>
        <a:accent1>
          <a:srgbClr val="F8E866"/>
        </a:accent1>
        <a:accent2>
          <a:srgbClr val="FBEF99"/>
        </a:accent2>
        <a:accent3>
          <a:srgbClr val="FFFFFF"/>
        </a:accent3>
        <a:accent4>
          <a:srgbClr val="B28000"/>
        </a:accent4>
        <a:accent5>
          <a:srgbClr val="FBF2B8"/>
        </a:accent5>
        <a:accent6>
          <a:srgbClr val="E3D98A"/>
        </a:accent6>
        <a:hlink>
          <a:srgbClr val="FDF7CC"/>
        </a:hlink>
        <a:folHlink>
          <a:srgbClr val="D197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9">
        <a:dk1>
          <a:srgbClr val="8C5110"/>
        </a:dk1>
        <a:lt1>
          <a:srgbClr val="C3A212"/>
        </a:lt1>
        <a:dk2>
          <a:srgbClr val="633A11"/>
        </a:dk2>
        <a:lt2>
          <a:srgbClr val="C3A212"/>
        </a:lt2>
        <a:accent1>
          <a:srgbClr val="D5BD97"/>
        </a:accent1>
        <a:accent2>
          <a:srgbClr val="E7DAC4"/>
        </a:accent2>
        <a:accent3>
          <a:srgbClr val="B7AEAA"/>
        </a:accent3>
        <a:accent4>
          <a:srgbClr val="A68A0E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633A11"/>
        </a:dk1>
        <a:lt1>
          <a:srgbClr val="FFFFFF"/>
        </a:lt1>
        <a:dk2>
          <a:srgbClr val="C3A212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1">
        <a:dk1>
          <a:srgbClr val="BF0509"/>
        </a:dk1>
        <a:lt1>
          <a:srgbClr val="FB3D32"/>
        </a:lt1>
        <a:dk2>
          <a:srgbClr val="7B0A14"/>
        </a:dk2>
        <a:lt2>
          <a:srgbClr val="FB3D32"/>
        </a:lt2>
        <a:accent1>
          <a:srgbClr val="FD8B84"/>
        </a:accent1>
        <a:accent2>
          <a:srgbClr val="FDB1AD"/>
        </a:accent2>
        <a:accent3>
          <a:srgbClr val="BFAAAA"/>
        </a:accent3>
        <a:accent4>
          <a:srgbClr val="D63329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3">
        <a:dk1>
          <a:srgbClr val="564242"/>
        </a:dk1>
        <a:lt1>
          <a:srgbClr val="AA9F98"/>
        </a:lt1>
        <a:dk2>
          <a:srgbClr val="1B1112"/>
        </a:dk2>
        <a:lt2>
          <a:srgbClr val="AA9F98"/>
        </a:lt2>
        <a:accent1>
          <a:srgbClr val="CCC5C1"/>
        </a:accent1>
        <a:accent2>
          <a:srgbClr val="DDD9D6"/>
        </a:accent2>
        <a:accent3>
          <a:srgbClr val="ABAAAA"/>
        </a:accent3>
        <a:accent4>
          <a:srgbClr val="918781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ank 1">
    <a:dk1>
      <a:srgbClr val="2666A6"/>
    </a:dk1>
    <a:lt1>
      <a:srgbClr val="3DA8D5"/>
    </a:lt1>
    <a:dk2>
      <a:srgbClr val="3A4972"/>
    </a:dk2>
    <a:lt2>
      <a:srgbClr val="3DA8D5"/>
    </a:lt2>
    <a:accent1>
      <a:srgbClr val="8BCBE6"/>
    </a:accent1>
    <a:accent2>
      <a:srgbClr val="B1DCEE"/>
    </a:accent2>
    <a:accent3>
      <a:srgbClr val="AEB1BC"/>
    </a:accent3>
    <a:accent4>
      <a:srgbClr val="338FB6"/>
    </a:accent4>
    <a:accent5>
      <a:srgbClr val="C4E2F0"/>
    </a:accent5>
    <a:accent6>
      <a:srgbClr val="A0C7D8"/>
    </a:accent6>
    <a:hlink>
      <a:srgbClr val="D8EEF7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</TotalTime>
  <Words>409</Words>
  <Application>Microsoft Office PowerPoint</Application>
  <PresentationFormat>A4 용지(210x297mm)</PresentationFormat>
  <Paragraphs>142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Optima</vt:lpstr>
      <vt:lpstr>맑은 고딕</vt:lpstr>
      <vt:lpstr>Arial</vt:lpstr>
      <vt:lpstr>Wingdings</vt:lpstr>
      <vt:lpstr>3_blank</vt:lpstr>
      <vt:lpstr>To-Be Process 기술서</vt:lpstr>
      <vt:lpstr>Document Control</vt:lpstr>
      <vt:lpstr>PowerPoint 프레젠테이션</vt:lpstr>
      <vt:lpstr>PowerPoint 프레젠테이션</vt:lpstr>
      <vt:lpstr>PowerPoint 프레젠테이션</vt:lpstr>
    </vt:vector>
  </TitlesOfParts>
  <Company>Kogh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Kogh</dc:creator>
  <cp:lastModifiedBy>박 세준</cp:lastModifiedBy>
  <cp:revision>111</cp:revision>
  <dcterms:created xsi:type="dcterms:W3CDTF">2011-04-06T00:53:09Z</dcterms:created>
  <dcterms:modified xsi:type="dcterms:W3CDTF">2023-04-03T06:02:04Z</dcterms:modified>
</cp:coreProperties>
</file>